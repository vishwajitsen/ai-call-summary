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669DC-D061-CF3F-1BB2-3F13F99EE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8535E-937D-11E8-DC3C-03F1B7C5C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B8311-5FAA-B138-8515-39E9EAA2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9DC3-BC12-4993-917A-F4DC35C6105C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5DA2D-0651-6B9F-F6FD-15C7C93BB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81DCE-74A8-C287-D5AA-1D1AAC204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9582-A22D-4244-84FB-6B8F6F8A2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957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6CB15-78F5-4840-344C-18CEECD2D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42D1-8AA8-684D-9592-FD4110EE8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79E79-787D-BEE0-8C90-6C6862C36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9DC3-BC12-4993-917A-F4DC35C6105C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E5FC4-F493-B600-5A50-58A79E2DC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32F27-8DC1-41FC-E375-279C9576B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9582-A22D-4244-84FB-6B8F6F8A2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441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07191-1C4F-1717-414A-2458C97D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64F41-CE25-EBF5-5D8F-903ED41A4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ECBD1-8DAC-3640-0096-71B74E02F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9DC3-BC12-4993-917A-F4DC35C6105C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C4C81-DD54-87D6-D23E-FB35F7217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0AD8B-00F9-D2F7-E090-6A214B567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9582-A22D-4244-84FB-6B8F6F8A2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480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52DCB-9338-7BBA-0C55-4A7CF60CE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E5107-3421-FE77-2615-16BC1527E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44DBB-0F59-B4A5-2C2C-BB9620407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A6A3E-B02D-0E02-63F2-6D35DD634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9DC3-BC12-4993-917A-F4DC35C6105C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4EC11-C301-4253-9FC6-118623AB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DEEEC-A0C2-BFCA-9D0B-386009C58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9582-A22D-4244-84FB-6B8F6F8A2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15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8AE4-D894-EA0D-0F3C-A9CCBD459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263B7-D539-7D0A-2F3B-1765D8666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FC397-B936-9D1D-2856-5E2631C1A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5C2FA-72E5-420A-214E-DA4EE899C9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66C0C-48C7-93E1-A0F3-D68B767B71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E1479C-F914-045C-C998-F5D3284E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9DC3-BC12-4993-917A-F4DC35C6105C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3ED21-113F-5D72-BF14-4D46A6553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D2337-83E8-06CF-E71E-53909BE05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9582-A22D-4244-84FB-6B8F6F8A2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918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E6762-D38F-4C63-C9A9-B68E7B928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7AC576-FBEC-09FC-24AD-5D336A3EB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9DC3-BC12-4993-917A-F4DC35C6105C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004F7-AB49-0C59-F562-8E8FB94B9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89EA7-2E2D-526C-F412-A6595B619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9582-A22D-4244-84FB-6B8F6F8A2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436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D2F99A-EEBF-D4D9-D35B-6F5F2F294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9DC3-BC12-4993-917A-F4DC35C6105C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7F24F5-27CE-5632-7C84-3267B1BE5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76AD6-AB0D-6C30-097F-1693D7EF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9582-A22D-4244-84FB-6B8F6F8A2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928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79EA4-F121-8B4C-52C4-CD7D4306B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BB1EB-D39C-06F4-9822-69BA326C3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23537-740C-FFBD-735B-5941ED76F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F3F57-BC15-A3B4-0B6D-552384C43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9DC3-BC12-4993-917A-F4DC35C6105C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1BADA-8DCD-BA9D-0C2B-DBA54193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6F793-B6C8-A293-9020-4F446F1C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9582-A22D-4244-84FB-6B8F6F8A2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04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7193E-B409-377E-75BC-9121F4DE4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FD21F1-19E9-0936-2A5C-FD19102DA7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5E784-D4A4-23CF-E3EA-904B7861D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32F16-F760-B251-6530-B98BFD7CC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9DC3-BC12-4993-917A-F4DC35C6105C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B2507-9859-99A3-FC7F-A72CD2581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D6198-DD02-9E6C-C504-B6ACBD855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9582-A22D-4244-84FB-6B8F6F8A2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239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BB75-8EB1-8016-3004-75DFB4930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B5D55-1284-5C6C-8CCE-164DC7997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525C3-E0FF-C125-10C0-59086CE3F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9DC3-BC12-4993-917A-F4DC35C6105C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11366-EFED-C757-B024-768BE6F19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E7621-973F-0845-D08B-9E5A9F3D3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9582-A22D-4244-84FB-6B8F6F8A2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242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27FDA7-13A9-5546-DC62-35317AA43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71539-A652-25C4-ACF7-40A24FDF1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3C8E2-E217-FFDC-10AC-A252CC03B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9DC3-BC12-4993-917A-F4DC35C6105C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EA91A-AD88-F704-338D-545F5D224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FBA09-B193-7BA6-AEAC-4DFA89EB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9582-A22D-4244-84FB-6B8F6F8A2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569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D31F52-A852-4378-87E1-AB51134D0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83807-3A8F-BF73-C3A4-99B063877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B319D-D5AE-BC98-9592-F889E941E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D9DC3-BC12-4993-917A-F4DC35C6105C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560DE-F2C7-19E3-98B8-044C4A483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1EFF5-92C4-17FF-C423-208B1A6AC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F9582-A22D-4244-84FB-6B8F6F8A2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13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FB44C-0A39-60D2-0BBF-35304A433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03C835-A662-7454-3778-DCD19F6E43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86C5CF-6656-8125-E8F0-7E039C821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5625"/>
            <a:ext cx="12192000" cy="574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926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Vishwajit Sen</dc:creator>
  <cp:lastModifiedBy>Vishwajit Sen</cp:lastModifiedBy>
  <cp:revision>1</cp:revision>
  <dcterms:created xsi:type="dcterms:W3CDTF">2025-10-22T13:21:05Z</dcterms:created>
  <dcterms:modified xsi:type="dcterms:W3CDTF">2025-10-22T13:21:27Z</dcterms:modified>
</cp:coreProperties>
</file>